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8EDD-2B01-429E-BC20-6BA882D07C3C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D8A6-FACB-4F50-BB66-1F0EF3E2FB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3036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8EDD-2B01-429E-BC20-6BA882D07C3C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D8A6-FACB-4F50-BB66-1F0EF3E2FB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8569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8EDD-2B01-429E-BC20-6BA882D07C3C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D8A6-FACB-4F50-BB66-1F0EF3E2FB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0528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8EDD-2B01-429E-BC20-6BA882D07C3C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D8A6-FACB-4F50-BB66-1F0EF3E2FB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7099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8EDD-2B01-429E-BC20-6BA882D07C3C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D8A6-FACB-4F50-BB66-1F0EF3E2FB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2919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8EDD-2B01-429E-BC20-6BA882D07C3C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D8A6-FACB-4F50-BB66-1F0EF3E2FB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0242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8EDD-2B01-429E-BC20-6BA882D07C3C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D8A6-FACB-4F50-BB66-1F0EF3E2FB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9083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8EDD-2B01-429E-BC20-6BA882D07C3C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D8A6-FACB-4F50-BB66-1F0EF3E2FB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1153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8EDD-2B01-429E-BC20-6BA882D07C3C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D8A6-FACB-4F50-BB66-1F0EF3E2FB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5531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8EDD-2B01-429E-BC20-6BA882D07C3C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D8A6-FACB-4F50-BB66-1F0EF3E2FB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8911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8EDD-2B01-429E-BC20-6BA882D07C3C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5D8A6-FACB-4F50-BB66-1F0EF3E2FB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4488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7A8EDD-2B01-429E-BC20-6BA882D07C3C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35D8A6-FACB-4F50-BB66-1F0EF3E2FB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7325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2001594"/>
            <a:ext cx="9144000" cy="2387600"/>
          </a:xfrm>
        </p:spPr>
        <p:txBody>
          <a:bodyPr>
            <a:normAutofit/>
          </a:bodyPr>
          <a:lstStyle/>
          <a:p>
            <a:r>
              <a:rPr lang="en-US" sz="4800" dirty="0" smtClean="0"/>
              <a:t>Airflow </a:t>
            </a:r>
            <a:r>
              <a:rPr lang="ru-RU" sz="4800" dirty="0" err="1" smtClean="0"/>
              <a:t>пайплайн</a:t>
            </a:r>
            <a:r>
              <a:rPr lang="ru-RU" sz="4800" dirty="0" smtClean="0"/>
              <a:t> на основе </a:t>
            </a:r>
            <a:r>
              <a:rPr lang="ru-RU" sz="4800" dirty="0" err="1" smtClean="0"/>
              <a:t>датасета</a:t>
            </a:r>
            <a:r>
              <a:rPr lang="ru-RU" sz="4800" dirty="0" smtClean="0"/>
              <a:t> </a:t>
            </a:r>
            <a:r>
              <a:rPr lang="en-US" sz="4800" dirty="0" smtClean="0"/>
              <a:t>Titanic</a:t>
            </a:r>
            <a:endParaRPr lang="ru-RU" sz="48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5202238"/>
            <a:ext cx="9144000" cy="1655762"/>
          </a:xfrm>
        </p:spPr>
        <p:txBody>
          <a:bodyPr/>
          <a:lstStyle/>
          <a:p>
            <a:r>
              <a:rPr lang="ru-RU" dirty="0" smtClean="0"/>
              <a:t>Якутин С.А. РИМ-240903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4136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Архитетура</a:t>
            </a:r>
            <a:r>
              <a:rPr lang="ru-RU" dirty="0" smtClean="0"/>
              <a:t> </a:t>
            </a:r>
            <a:r>
              <a:rPr lang="en-US" dirty="0" smtClean="0"/>
              <a:t>airflow </a:t>
            </a:r>
            <a:r>
              <a:rPr lang="ru-RU" dirty="0" err="1" smtClean="0"/>
              <a:t>пайплайна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758156"/>
            <a:ext cx="7321062" cy="4783661"/>
          </a:xfrm>
        </p:spPr>
        <p:txBody>
          <a:bodyPr>
            <a:normAutofit/>
          </a:bodyPr>
          <a:lstStyle/>
          <a:p>
            <a:r>
              <a:rPr lang="en-US" dirty="0" err="1" smtClean="0"/>
              <a:t>Check_drift_task</a:t>
            </a:r>
            <a:r>
              <a:rPr lang="en-US" dirty="0" smtClean="0"/>
              <a:t> – </a:t>
            </a:r>
            <a:r>
              <a:rPr lang="ru-RU" dirty="0" smtClean="0"/>
              <a:t>проверка есть </a:t>
            </a:r>
            <a:r>
              <a:rPr lang="ru-RU" dirty="0" err="1" smtClean="0"/>
              <a:t>дрифт</a:t>
            </a:r>
            <a:r>
              <a:rPr lang="ru-RU" dirty="0" smtClean="0"/>
              <a:t> или нет.</a:t>
            </a:r>
          </a:p>
          <a:p>
            <a:r>
              <a:rPr lang="en-US" dirty="0" err="1" smtClean="0"/>
              <a:t>Train_model_task</a:t>
            </a:r>
            <a:r>
              <a:rPr lang="en-US" dirty="0" smtClean="0"/>
              <a:t> – </a:t>
            </a:r>
            <a:r>
              <a:rPr lang="ru-RU" dirty="0" smtClean="0"/>
              <a:t>обучение модели с </a:t>
            </a:r>
            <a:r>
              <a:rPr lang="en-US" dirty="0" err="1" smtClean="0"/>
              <a:t>Pycaret</a:t>
            </a:r>
            <a:r>
              <a:rPr lang="ru-RU" dirty="0" smtClean="0"/>
              <a:t> и </a:t>
            </a:r>
            <a:r>
              <a:rPr lang="ru-RU" dirty="0" err="1" smtClean="0"/>
              <a:t>логирование</a:t>
            </a:r>
            <a:r>
              <a:rPr lang="ru-RU" dirty="0" smtClean="0"/>
              <a:t> в </a:t>
            </a:r>
            <a:r>
              <a:rPr lang="en-US" dirty="0" err="1" smtClean="0"/>
              <a:t>mlflow</a:t>
            </a:r>
            <a:endParaRPr lang="en-US" dirty="0" smtClean="0"/>
          </a:p>
          <a:p>
            <a:r>
              <a:rPr lang="en-US" dirty="0" err="1" smtClean="0"/>
              <a:t>Trigger_ab_test</a:t>
            </a:r>
            <a:r>
              <a:rPr lang="en-US" dirty="0" smtClean="0"/>
              <a:t> – </a:t>
            </a:r>
            <a:r>
              <a:rPr lang="ru-RU" dirty="0" smtClean="0"/>
              <a:t>вызов </a:t>
            </a:r>
            <a:r>
              <a:rPr lang="en-US" dirty="0" smtClean="0"/>
              <a:t>A/B </a:t>
            </a:r>
            <a:r>
              <a:rPr lang="ru-RU" dirty="0" smtClean="0"/>
              <a:t>теста с помощью </a:t>
            </a:r>
            <a:r>
              <a:rPr lang="en-US" dirty="0" smtClean="0"/>
              <a:t>Flask API. </a:t>
            </a:r>
            <a:r>
              <a:rPr lang="ru-RU" dirty="0" smtClean="0"/>
              <a:t>Сохранение логов проанализированных запросов.</a:t>
            </a:r>
          </a:p>
          <a:p>
            <a:r>
              <a:rPr lang="en-US" dirty="0" err="1" smtClean="0"/>
              <a:t>Analyze_results</a:t>
            </a:r>
            <a:r>
              <a:rPr lang="en-US" dirty="0" smtClean="0"/>
              <a:t> – </a:t>
            </a:r>
            <a:r>
              <a:rPr lang="ru-RU" dirty="0" smtClean="0"/>
              <a:t>сравнение метрик </a:t>
            </a:r>
            <a:r>
              <a:rPr lang="en-US" dirty="0" smtClean="0"/>
              <a:t>Production </a:t>
            </a:r>
            <a:r>
              <a:rPr lang="ru-RU" dirty="0" smtClean="0"/>
              <a:t>и </a:t>
            </a:r>
            <a:r>
              <a:rPr lang="en-US" dirty="0" smtClean="0"/>
              <a:t>Staging </a:t>
            </a:r>
            <a:r>
              <a:rPr lang="ru-RU" dirty="0" smtClean="0"/>
              <a:t>моделей. Принятие решения о выдвижении новой модели в </a:t>
            </a:r>
            <a:r>
              <a:rPr lang="en-US" dirty="0" smtClean="0"/>
              <a:t>Production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3031" y="433387"/>
            <a:ext cx="2394438" cy="6175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803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Логирование</a:t>
            </a:r>
            <a:r>
              <a:rPr lang="ru-RU" dirty="0" smtClean="0"/>
              <a:t> моделей в </a:t>
            </a:r>
            <a:r>
              <a:rPr lang="en-US" dirty="0" err="1" smtClean="0"/>
              <a:t>mlflow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572" y="2072198"/>
            <a:ext cx="11108855" cy="3402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551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Работа </a:t>
            </a:r>
            <a:r>
              <a:rPr lang="en-US" dirty="0" smtClean="0"/>
              <a:t>Flask </a:t>
            </a:r>
            <a:r>
              <a:rPr lang="ru-RU" dirty="0" smtClean="0"/>
              <a:t>сервера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584" y="1609798"/>
            <a:ext cx="4743740" cy="479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244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Логи</a:t>
            </a:r>
            <a:r>
              <a:rPr lang="ru-RU" dirty="0" smtClean="0"/>
              <a:t> после работы </a:t>
            </a:r>
            <a:r>
              <a:rPr lang="en-US" dirty="0" smtClean="0"/>
              <a:t>Flask </a:t>
            </a:r>
            <a:r>
              <a:rPr lang="ru-RU" dirty="0" smtClean="0"/>
              <a:t>роутера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2714" y="1418126"/>
            <a:ext cx="2693102" cy="530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55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Логирование</a:t>
            </a:r>
            <a:r>
              <a:rPr lang="ru-RU" dirty="0" smtClean="0"/>
              <a:t> в </a:t>
            </a:r>
            <a:r>
              <a:rPr lang="en-US" dirty="0" smtClean="0"/>
              <a:t>.log </a:t>
            </a:r>
            <a:r>
              <a:rPr lang="ru-RU" dirty="0" smtClean="0"/>
              <a:t>файл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23" y="2193446"/>
            <a:ext cx="11711354" cy="3237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22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Состояние </a:t>
            </a:r>
            <a:r>
              <a:rPr lang="en-US" dirty="0" err="1" smtClean="0"/>
              <a:t>Mlflow</a:t>
            </a:r>
            <a:r>
              <a:rPr lang="en-US" dirty="0" smtClean="0"/>
              <a:t> </a:t>
            </a:r>
            <a:r>
              <a:rPr lang="ru-RU" dirty="0" smtClean="0"/>
              <a:t>моделей до и после</a:t>
            </a:r>
            <a:endParaRPr lang="ru-RU" dirty="0"/>
          </a:p>
        </p:txBody>
      </p:sp>
      <p:sp>
        <p:nvSpPr>
          <p:cNvPr id="5" name="Объект 2"/>
          <p:cNvSpPr>
            <a:spLocks noGrp="1"/>
          </p:cNvSpPr>
          <p:nvPr>
            <p:ph idx="1"/>
          </p:nvPr>
        </p:nvSpPr>
        <p:spPr>
          <a:xfrm>
            <a:off x="2435469" y="1494387"/>
            <a:ext cx="7321062" cy="47836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/>
              <a:t>До                                                       </a:t>
            </a:r>
            <a:r>
              <a:rPr lang="ru-RU" dirty="0" smtClean="0"/>
              <a:t>После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ru-RU" dirty="0" smtClean="0"/>
              <a:t>При улучшении метрики</a:t>
            </a:r>
            <a:endParaRPr lang="en-US" dirty="0" smtClean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37" y="2484836"/>
            <a:ext cx="5454794" cy="2721667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866" y="2433154"/>
            <a:ext cx="5377149" cy="2617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689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91</Words>
  <Application>Microsoft Office PowerPoint</Application>
  <PresentationFormat>Широкоэкранный</PresentationFormat>
  <Paragraphs>21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Airflow пайплайн на основе датасета Titanic</vt:lpstr>
      <vt:lpstr>Архитетура airflow пайплайна</vt:lpstr>
      <vt:lpstr>Логирование моделей в mlflow</vt:lpstr>
      <vt:lpstr>Работа Flask сервера</vt:lpstr>
      <vt:lpstr>Логи после работы Flask роутера</vt:lpstr>
      <vt:lpstr>Логирование в .log файл</vt:lpstr>
      <vt:lpstr>Состояние Mlflow моделей до и после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Airflow пайплайн на основе датасета Titanic</dc:title>
  <dc:creator>admin</dc:creator>
  <cp:lastModifiedBy>admin</cp:lastModifiedBy>
  <cp:revision>5</cp:revision>
  <dcterms:created xsi:type="dcterms:W3CDTF">2026-01-15T07:34:00Z</dcterms:created>
  <dcterms:modified xsi:type="dcterms:W3CDTF">2026-01-15T12:36:42Z</dcterms:modified>
</cp:coreProperties>
</file>